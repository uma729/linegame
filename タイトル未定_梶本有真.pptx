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AF0EF-1968-3D8E-F1EC-C2283C4A3222}" v="3" dt="2026-04-19T15:48:51.159"/>
    <p1510:client id="{BD50D2A1-47D5-17F6-BFAE-09309B573878}" v="396" dt="2026-04-19T16:33:29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6" d="100"/>
          <a:sy n="76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16944" y="159081"/>
            <a:ext cx="11113697" cy="3278996"/>
          </a:xfrm>
        </p:spPr>
        <p:txBody>
          <a:bodyPr>
            <a:normAutofit/>
          </a:bodyPr>
          <a:lstStyle/>
          <a:p>
            <a:r>
              <a:rPr lang="en-US" altLang="ja-JP" dirty="0" err="1" smtClean="0">
                <a:ea typeface="ＭＳ Ｐゴシック"/>
              </a:rPr>
              <a:t>LineGame</a:t>
            </a:r>
            <a:endParaRPr lang="ja-JP" altLang="en-US" dirty="0">
              <a:ea typeface="ＭＳ Ｐゴシック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ＭＳ Ｐゴシック"/>
              </a:rPr>
              <a:t>梶本有真　Unity2D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B699-3E3B-1F2C-D467-D3DC2FBEA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640" y="187745"/>
            <a:ext cx="10868721" cy="65305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ja-JP" altLang="en-US" sz="3200" dirty="0">
                <a:ea typeface="ＭＳ Ｐゴシック"/>
              </a:rPr>
              <a:t>2D</a:t>
            </a:r>
            <a:r>
              <a:rPr lang="ja-JP" altLang="en-US" sz="3200" dirty="0" smtClean="0">
                <a:ea typeface="ＭＳ Ｐゴシック"/>
              </a:rPr>
              <a:t>アクション</a:t>
            </a:r>
            <a:endParaRPr lang="ja-JP" altLang="en-US" sz="3200" dirty="0">
              <a:ea typeface="ＭＳ Ｐゴシック"/>
            </a:endParaRPr>
          </a:p>
          <a:p>
            <a:r>
              <a:rPr lang="ja-JP" altLang="en-US" dirty="0">
                <a:ea typeface="ＭＳ Ｐゴシック"/>
              </a:rPr>
              <a:t>マウスカーソルから線を引くことが可能で足場を作りゴールまでの</a:t>
            </a:r>
            <a:br>
              <a:rPr lang="ja-JP" altLang="en-US" dirty="0">
                <a:ea typeface="ＭＳ Ｐゴシック"/>
              </a:rPr>
            </a:br>
            <a:r>
              <a:rPr lang="ja-JP" altLang="en-US" dirty="0">
                <a:ea typeface="ＭＳ Ｐゴシック"/>
              </a:rPr>
              <a:t>道をつないでいく</a:t>
            </a:r>
          </a:p>
          <a:p>
            <a:endParaRPr lang="ja-JP" altLang="en-US" dirty="0">
              <a:ea typeface="ＭＳ Ｐゴシック"/>
            </a:endParaRPr>
          </a:p>
          <a:p>
            <a:r>
              <a:rPr lang="ja-JP" altLang="en-US" dirty="0">
                <a:ea typeface="ＭＳ Ｐゴシック"/>
              </a:rPr>
              <a:t>ステージに</a:t>
            </a:r>
            <a:r>
              <a:rPr lang="ja-JP" altLang="en-US" dirty="0" smtClean="0">
                <a:ea typeface="ＭＳ Ｐゴシック"/>
              </a:rPr>
              <a:t>はさまざまな障害物</a:t>
            </a:r>
            <a:r>
              <a:rPr lang="ja-JP" altLang="en-US" dirty="0">
                <a:ea typeface="ＭＳ Ｐゴシック"/>
              </a:rPr>
              <a:t>があるが線</a:t>
            </a:r>
            <a:r>
              <a:rPr lang="ja-JP" altLang="en-US" dirty="0" smtClean="0">
                <a:ea typeface="ＭＳ Ｐゴシック"/>
              </a:rPr>
              <a:t>で防ぐことができる</a:t>
            </a:r>
            <a:endParaRPr lang="ja-JP" altLang="en-US" dirty="0">
              <a:ea typeface="ＭＳ Ｐゴシック"/>
            </a:endParaRPr>
          </a:p>
          <a:p>
            <a:endParaRPr lang="ja-JP" altLang="en-US" dirty="0">
              <a:ea typeface="ＭＳ Ｐゴシック"/>
            </a:endParaRPr>
          </a:p>
          <a:p>
            <a:r>
              <a:rPr lang="ja-JP" altLang="en-US" dirty="0">
                <a:ea typeface="ＭＳ Ｐゴシック"/>
              </a:rPr>
              <a:t>線には一定距離の制限があり、ゲージを消費することで線を引ける、</a:t>
            </a:r>
            <a:br>
              <a:rPr lang="ja-JP" altLang="en-US" dirty="0">
                <a:ea typeface="ＭＳ Ｐゴシック"/>
              </a:rPr>
            </a:br>
            <a:r>
              <a:rPr lang="ja-JP" altLang="en-US" dirty="0">
                <a:ea typeface="ＭＳ Ｐゴシック"/>
              </a:rPr>
              <a:t>線は時間経過で消えゲージが回復する。</a:t>
            </a:r>
          </a:p>
          <a:p>
            <a:endParaRPr lang="ja-JP" altLang="en-US" dirty="0">
              <a:ea typeface="ＭＳ Ｐゴシック"/>
            </a:endParaRPr>
          </a:p>
          <a:p>
            <a:r>
              <a:rPr lang="ja-JP" altLang="en-US" dirty="0">
                <a:ea typeface="ＭＳ Ｐゴシック"/>
              </a:rPr>
              <a:t>障害物からのダメージで線が壊れることがありその分のゲージは</a:t>
            </a:r>
            <a:br>
              <a:rPr lang="ja-JP" altLang="en-US" dirty="0">
                <a:ea typeface="ＭＳ Ｐゴシック"/>
              </a:rPr>
            </a:br>
            <a:r>
              <a:rPr lang="ja-JP" altLang="en-US" dirty="0">
                <a:ea typeface="ＭＳ Ｐゴシック"/>
              </a:rPr>
              <a:t>すぐ回復するのではなく一定時間たたないと回復しない</a:t>
            </a:r>
            <a:r>
              <a:rPr lang="ja-JP" altLang="en-US" dirty="0" smtClean="0">
                <a:ea typeface="ＭＳ Ｐゴシック"/>
              </a:rPr>
              <a:t>。</a:t>
            </a:r>
            <a:endParaRPr lang="en-US" altLang="ja-JP" dirty="0" smtClean="0">
              <a:ea typeface="ＭＳ Ｐゴシック"/>
            </a:endParaRPr>
          </a:p>
          <a:p>
            <a:endParaRPr lang="en-US" altLang="ja-JP" dirty="0">
              <a:ea typeface="ＭＳ Ｐゴシック"/>
            </a:endParaRPr>
          </a:p>
          <a:p>
            <a:r>
              <a:rPr lang="ja-JP" altLang="en-US" dirty="0" smtClean="0"/>
              <a:t>障害物からの</a:t>
            </a:r>
            <a:r>
              <a:rPr lang="ja-JP" altLang="en-US" dirty="0"/>
              <a:t>ダメージ、時間制限によってゲームオーバーに</a:t>
            </a:r>
            <a:r>
              <a:rPr lang="ja-JP" altLang="en-US" dirty="0" smtClean="0"/>
              <a:t>なる</a:t>
            </a:r>
            <a:endParaRPr lang="ja-JP" altLang="en-US" dirty="0">
              <a:ea typeface="ＭＳ Ｐゴシック"/>
            </a:endParaRPr>
          </a:p>
          <a:p>
            <a:endParaRPr lang="ja-JP" altLang="en-US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2133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FAFA77F3-5C06-1F01-C80E-E3CB0FC274C6}"/>
              </a:ext>
            </a:extLst>
          </p:cNvPr>
          <p:cNvSpPr/>
          <p:nvPr/>
        </p:nvSpPr>
        <p:spPr>
          <a:xfrm>
            <a:off x="1624263" y="534402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主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817962-C59E-9116-FC68-58CFAED96615}"/>
              </a:ext>
            </a:extLst>
          </p:cNvPr>
          <p:cNvSpPr/>
          <p:nvPr/>
        </p:nvSpPr>
        <p:spPr>
          <a:xfrm>
            <a:off x="9083842" y="2145631"/>
            <a:ext cx="1393657" cy="1183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ＭＳ Ｐゴシック"/>
              </a:rPr>
              <a:t>ゴール！</a:t>
            </a:r>
            <a:endParaRPr lang="ja-JP" altLang="en-US" dirty="0">
              <a:ea typeface="ＭＳ Ｐゴシック"/>
            </a:endParaRPr>
          </a:p>
        </p:txBody>
      </p:sp>
      <p:pic>
        <p:nvPicPr>
          <p:cNvPr id="4" name="Picture 3" descr="色塗りできるカーソルのイラスト|ぬれよん-ぬれるフリーイラスト">
            <a:extLst>
              <a:ext uri="{FF2B5EF4-FFF2-40B4-BE49-F238E27FC236}">
                <a16:creationId xmlns:a16="http://schemas.microsoft.com/office/drawing/2014/main" id="{8A520218-0BD0-77F5-B723-A33105AB8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929" y="5344524"/>
            <a:ext cx="1711994" cy="171199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2C50C7-8140-0364-7C52-2FEC5BD0173B}"/>
              </a:ext>
            </a:extLst>
          </p:cNvPr>
          <p:cNvSpPr/>
          <p:nvPr/>
        </p:nvSpPr>
        <p:spPr>
          <a:xfrm>
            <a:off x="-20053" y="6276473"/>
            <a:ext cx="12222078" cy="581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37B41E1F-86B8-0FA7-6E7D-362EB0A622A9}"/>
              </a:ext>
            </a:extLst>
          </p:cNvPr>
          <p:cNvSpPr txBox="1"/>
          <p:nvPr/>
        </p:nvSpPr>
        <p:spPr>
          <a:xfrm>
            <a:off x="582083" y="624416"/>
            <a:ext cx="2624666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800">
                <a:ea typeface="ＭＳ Ｐゴシック"/>
              </a:rPr>
              <a:t>簡単なイメージ</a:t>
            </a:r>
            <a:endParaRPr lang="en-US" sz="2000"/>
          </a:p>
        </p:txBody>
      </p:sp>
      <p:pic>
        <p:nvPicPr>
          <p:cNvPr id="14" name="Picture 13" descr="色塗りできるカーソルのイラスト|ぬれよん-ぬれるフリーイラスト">
            <a:extLst>
              <a:ext uri="{FF2B5EF4-FFF2-40B4-BE49-F238E27FC236}">
                <a16:creationId xmlns:a16="http://schemas.microsoft.com/office/drawing/2014/main" id="{77D2A810-0962-16B5-BC33-F794228D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580" y="2952432"/>
            <a:ext cx="1711994" cy="1711994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F17CA931-C65F-E1D3-53A0-8408F69722B4}"/>
              </a:ext>
            </a:extLst>
          </p:cNvPr>
          <p:cNvSpPr/>
          <p:nvPr/>
        </p:nvSpPr>
        <p:spPr>
          <a:xfrm rot="19440000">
            <a:off x="5387957" y="4524781"/>
            <a:ext cx="2035993" cy="11340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DBA381-60BD-21F4-CCDC-5391400172A7}"/>
              </a:ext>
            </a:extLst>
          </p:cNvPr>
          <p:cNvSpPr/>
          <p:nvPr/>
        </p:nvSpPr>
        <p:spPr>
          <a:xfrm rot="-2040000">
            <a:off x="3595784" y="4195891"/>
            <a:ext cx="4561417" cy="3280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ＭＳ Ｐゴシック"/>
              </a:rPr>
              <a:t>線で作った地面</a:t>
            </a:r>
            <a:endParaRPr lang="en-US">
              <a:ea typeface="ＭＳ Ｐゴシック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A110A-075B-3441-E2F9-A8EEF32B9C23}"/>
              </a:ext>
            </a:extLst>
          </p:cNvPr>
          <p:cNvSpPr/>
          <p:nvPr/>
        </p:nvSpPr>
        <p:spPr>
          <a:xfrm>
            <a:off x="254000" y="1820333"/>
            <a:ext cx="751416" cy="3651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D059FA-A215-78C6-7889-4FDD89A802F8}"/>
              </a:ext>
            </a:extLst>
          </p:cNvPr>
          <p:cNvSpPr/>
          <p:nvPr/>
        </p:nvSpPr>
        <p:spPr>
          <a:xfrm>
            <a:off x="253999" y="3153833"/>
            <a:ext cx="751417" cy="2317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>
                <a:ea typeface="ＭＳ Ｐゴシック"/>
              </a:rPr>
              <a:t>ゲ</a:t>
            </a:r>
            <a:endParaRPr lang="en-US" altLang="ja-JP" sz="2400">
              <a:ea typeface="ＭＳ Ｐゴシック"/>
            </a:endParaRPr>
          </a:p>
          <a:p>
            <a:pPr algn="ctr"/>
            <a:r>
              <a:rPr lang="ja-JP" altLang="en-US" sz="2400">
                <a:ea typeface="ＭＳ Ｐゴシック"/>
              </a:rPr>
              <a:t>ｌ</a:t>
            </a:r>
          </a:p>
          <a:p>
            <a:pPr algn="ctr"/>
            <a:r>
              <a:rPr lang="ja-JP" altLang="en-US" sz="2400">
                <a:ea typeface="ＭＳ Ｐゴシック"/>
              </a:rPr>
              <a:t>ジ</a:t>
            </a:r>
            <a:endParaRPr lang="en-US" sz="2400">
              <a:ea typeface="ＭＳ Ｐゴシック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3A2D8C-900F-A30B-B0CA-2D0570137658}"/>
              </a:ext>
            </a:extLst>
          </p:cNvPr>
          <p:cNvCxnSpPr/>
          <p:nvPr/>
        </p:nvCxnSpPr>
        <p:spPr>
          <a:xfrm>
            <a:off x="8111289" y="3328737"/>
            <a:ext cx="3589421" cy="1002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65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DFFEC-9097-38F2-825E-1577A240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07" y="12003"/>
            <a:ext cx="10515600" cy="1325563"/>
          </a:xfrm>
        </p:spPr>
        <p:txBody>
          <a:bodyPr/>
          <a:lstStyle/>
          <a:p>
            <a:r>
              <a:rPr lang="ja-JP" altLang="en-US">
                <a:ea typeface="ＭＳ Ｐゴシック"/>
              </a:rPr>
              <a:t>性質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DBB33-C8AA-494B-A9C9-B020A45BD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907" y="14725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dirty="0">
                <a:ea typeface="ＭＳ Ｐゴシック"/>
              </a:rPr>
              <a:t>この線は性質を変化させることができる</a:t>
            </a:r>
            <a:endParaRPr lang="en-US" dirty="0">
              <a:ea typeface="ＭＳ Ｐゴシック"/>
            </a:endParaRPr>
          </a:p>
          <a:p>
            <a:endParaRPr lang="ja-JP" altLang="en-US" dirty="0">
              <a:ea typeface="ＭＳ Ｐゴシック"/>
            </a:endParaRPr>
          </a:p>
          <a:p>
            <a:pPr marL="0" indent="0">
              <a:buNone/>
            </a:pPr>
            <a:r>
              <a:rPr lang="ja-JP" altLang="en-US" dirty="0">
                <a:ea typeface="ＭＳ Ｐゴシック"/>
              </a:rPr>
              <a:t>　・通常：足場や壁など主人公をゴールへと導く</a:t>
            </a:r>
          </a:p>
          <a:p>
            <a:pPr marL="0" indent="0">
              <a:buNone/>
            </a:pPr>
            <a:endParaRPr lang="ja-JP" altLang="en-US" dirty="0">
              <a:ea typeface="ＭＳ Ｐゴシック"/>
            </a:endParaRPr>
          </a:p>
          <a:p>
            <a:pPr marL="0" indent="0">
              <a:buNone/>
            </a:pPr>
            <a:r>
              <a:rPr lang="ja-JP" altLang="en-US" dirty="0">
                <a:ea typeface="ＭＳ Ｐゴシック"/>
              </a:rPr>
              <a:t>　・質量：基本的に線は空中に浮いた状態だがこの性質では、</a:t>
            </a:r>
          </a:p>
          <a:p>
            <a:pPr marL="0" indent="0">
              <a:buNone/>
            </a:pPr>
            <a:r>
              <a:rPr lang="ja-JP" altLang="en-US" dirty="0">
                <a:ea typeface="ＭＳ Ｐゴシック"/>
              </a:rPr>
              <a:t>　　　　　 重量を持ち落下する、また線を長く引けば引くほど重くなる</a:t>
            </a:r>
          </a:p>
        </p:txBody>
      </p:sp>
    </p:spTree>
    <p:extLst>
      <p:ext uri="{BB962C8B-B14F-4D97-AF65-F5344CB8AC3E}">
        <p14:creationId xmlns:p14="http://schemas.microsoft.com/office/powerpoint/2010/main" val="63250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操作説明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 smtClean="0"/>
              <a:t>左クリック：線オブジェクト配置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D</a:t>
            </a:r>
            <a:r>
              <a:rPr lang="ja-JP" altLang="en-US" dirty="0" smtClean="0"/>
              <a:t>：移動右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A</a:t>
            </a:r>
            <a:r>
              <a:rPr lang="ja-JP" altLang="en-US" dirty="0" smtClean="0"/>
              <a:t>：移動左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Space</a:t>
            </a:r>
            <a:r>
              <a:rPr lang="ja-JP" altLang="en-US" dirty="0" smtClean="0"/>
              <a:t>：ジャンプ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1</a:t>
            </a:r>
            <a:r>
              <a:rPr lang="ja-JP" altLang="en-US" dirty="0" smtClean="0"/>
              <a:t>：線性質切り替え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2</a:t>
            </a:r>
            <a:r>
              <a:rPr lang="ja-JP" altLang="en-US" dirty="0" smtClean="0"/>
              <a:t>：質量性質切り替え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425044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ギミック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446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74</Words>
  <Application>Microsoft Office PowerPoint</Application>
  <PresentationFormat>ワイド画面</PresentationFormat>
  <Paragraphs>35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ＭＳ Ｐゴシック</vt:lpstr>
      <vt:lpstr>Arial</vt:lpstr>
      <vt:lpstr>Office テーマ</vt:lpstr>
      <vt:lpstr>LineGame</vt:lpstr>
      <vt:lpstr>PowerPoint プレゼンテーション</vt:lpstr>
      <vt:lpstr>PowerPoint プレゼンテーション</vt:lpstr>
      <vt:lpstr>性質</vt:lpstr>
      <vt:lpstr>操作説明</vt:lpstr>
      <vt:lpstr>ギミック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タイトル未定 線を引いてゴールを目指すゲーム</dc:title>
  <dc:creator/>
  <cp:lastModifiedBy>GA3</cp:lastModifiedBy>
  <cp:revision>411</cp:revision>
  <dcterms:created xsi:type="dcterms:W3CDTF">2026-04-17T00:33:11Z</dcterms:created>
  <dcterms:modified xsi:type="dcterms:W3CDTF">2026-07-27T03:28:15Z</dcterms:modified>
</cp:coreProperties>
</file>